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3GSa1dXdUBm3pyiHF6GyiUc2cD2w0Drc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TusklessElephants_HD.m4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950" y="19050"/>
            <a:ext cx="68072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